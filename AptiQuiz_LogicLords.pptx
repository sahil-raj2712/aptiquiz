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94360"/>
            <a:ext cx="4663440" cy="384048"/>
          </a:xfrm>
          <a:prstGeom prst="roundRect">
            <a:avLst/>
          </a:prstGeom>
          <a:solidFill>
            <a:srgbClr val="1E244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CODE2CAREER HACKATHON • PROBLEM STATEMENT #3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594360"/>
            <a:ext cx="5486400" cy="384048"/>
          </a:xfrm>
          <a:prstGeom prst="roundRect">
            <a:avLst/>
          </a:prstGeom>
          <a:solidFill>
            <a:srgbClr val="231E3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DE047"/>
                </a:solidFill>
              </a:defRPr>
            </a:pPr>
            <a:r>
              <a:t>TEAM: LOGIC LORDS  |  LEAD: SAHIL RAJ  |  MEMBER: SHAURYA PRATAP SINGH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</a:defRPr>
            </a:pPr>
            <a:r>
              <a:t>AptiQuiz</a:t>
            </a:r>
          </a:p>
          <a:p>
            <a:pPr>
              <a:defRPr sz="2000">
                <a:solidFill>
                  <a:srgbClr val="06B6D4"/>
                </a:solidFill>
              </a:defRPr>
            </a:pPr>
            <a:r>
              <a:t>Live Multiplayer Aptitude Esports Arena for Campus Placements</a:t>
            </a:r>
          </a:p>
          <a:p>
            <a:pPr>
              <a:defRPr sz="1300" b="1">
                <a:solidFill>
                  <a:srgbClr val="CBD5E1"/>
                </a:solidFill>
              </a:defRPr>
            </a:pPr>
            <a:r>
              <a:t>Presented by Team Logic Lords — Sahil Raj (Lead) &amp; Shaurya Pratap Singh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91840"/>
            <a:ext cx="3246120" cy="201168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⚡ 50-Player Real-Time Arena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Up to 50 concurrent students racing per room under real high-stakes test pressure with sub-50ms synchronization.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291840"/>
            <a:ext cx="3246120" cy="201168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🛡️ Server-as-Referee Anti-Cheat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Authoritative server clock, zero client trust, randomized question/option shuffling, and latency compensation.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291840"/>
            <a:ext cx="3246120" cy="201168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🏆 Inter-College League System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Aggregated campus rankings (NIET, GL BAJAJ, AMITY, IITs) and recruiter-grade topic strength analytics.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577840"/>
            <a:ext cx="10332720" cy="685800"/>
          </a:xfrm>
          <a:prstGeom prst="roundRect">
            <a:avLst/>
          </a:prstGeom>
          <a:solidFill>
            <a:srgbClr val="102D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EE7B7"/>
                </a:solidFill>
              </a:defRPr>
            </a:pPr>
            <a:r>
              <a:t>🌐 LIVE CLOUD URL:  https://aptiquiz-q9br.onrender.com/    |    GITHUB:  sahil-raj2712/AptiQuiz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Why 80% of College Students Fail Placement Screening Filters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Traditional aptitude preparation is passive, isolated, and gives a false sense of security.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61D31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📄 1. Passive Solo Practice</a:t>
            </a:r>
          </a:p>
          <a:p>
            <a:pPr>
              <a:defRPr sz="1350">
                <a:solidFill>
                  <a:srgbClr val="94A3B8"/>
                </a:solidFill>
              </a:defRPr>
            </a:pPr>
            <a:r>
              <a:t>Students practice alone with static PDFs or slow Google Forms. They study in comfort with zero competitive pressure or peer benchmarking until the actual elimination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383280" cy="3931920"/>
          </a:xfrm>
          <a:prstGeom prst="roundRect">
            <a:avLst/>
          </a:prstGeom>
          <a:solidFill>
            <a:srgbClr val="161D31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⏱️ 2. Clock-Panic Syndrome</a:t>
            </a:r>
          </a:p>
          <a:p>
            <a:pPr>
              <a:defRPr sz="1350">
                <a:solidFill>
                  <a:srgbClr val="94A3B8"/>
                </a:solidFill>
              </a:defRPr>
            </a:pPr>
            <a:r>
              <a:t>Real company tests (TCS, Infosys, Amazon) demand solving complex problems in 25–30 seconds. Solo study never trains high-cortisol mental reflexes and quick decision making.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383280" cy="3931920"/>
          </a:xfrm>
          <a:prstGeom prst="roundRect">
            <a:avLst/>
          </a:prstGeom>
          <a:solidFill>
            <a:srgbClr val="161D31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📊 3. Zero Placement Cell Radar</a:t>
            </a:r>
          </a:p>
          <a:p>
            <a:pPr>
              <a:defRPr sz="1350">
                <a:solidFill>
                  <a:srgbClr val="94A3B8"/>
                </a:solidFill>
              </a:defRPr>
            </a:pPr>
            <a:r>
              <a:t>College Training &amp; Placement Cells (T&amp;P) have no real-time diagnostics to see if their batch is failing in Quantitative, Logical Reasoning, or Verbal Ability until companies reject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GAMIFIED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AptiQuiz Esports Game Loop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How AptiQuiz turns placement screening preparation into an adrenaline-filled live spectator competition.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38328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01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Instant QR / PIN Join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friction. Students scan the projector QR code or enter the 6-character room PIN. Joins the live lobby in under 3 seconds with avatar &amp; college tag.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338328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02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Synchronized Countdown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All 50 connected screens receive problems at the exact same millisecond with ticking server audio synthesis and visual countdown timers.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338328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03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Strategic Power-Ups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50:50 wrong-option elimination and 2X Point Multiplier add tactical depth. Negative marking option penalizes random guessing.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60320" cy="338328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Live Dynamic Rank Ticker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Instant feedback reveals exact option picked vs correct solution with step-by-step logic, peer distribution bar chart, and position climb (+▲) / drop (-▼).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731520"/>
          </a:xfrm>
          <a:prstGeom prst="roundRect">
            <a:avLst/>
          </a:prstGeom>
          <a:solidFill>
            <a:srgbClr val="14192D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🎯 Authoritative Scoring Formula: Score = 500 (Base) + [ (TimeRemaining / TotalTime) * 500 (Speed) ] * StreakMultiplier (1.1x to 1.5x)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HACKATHON RULE #1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Server-as-Referee &amp; Anti-Cheat Engine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Strict zero client-side trust architecture to guarantee tamper-proof placement screenings.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🛡️ Authoritative Server Clock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Zero Trust on Client Device Clocks: The server epoch clock exclusively dictates question countdown, start, and hard cutoff (+350ms network transit buffer).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No Answer Keys Transmitted: Correct answer IDs are NEVER included in question_start payloads. Answers live strictly in backend memory.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Deterministic Rejection: Submissions arriving after the server time cutoff are automatically rejected by the authoritative referee.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Anti-Spam Throttling: Enforces 1 submission per candidate per round with atomic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🔀 Candidate Option Shuffling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Screen-Peeking Prevention: In college computer labs, students glance at adjacent monitors. AptiQuiz randomizes option choices on each candidate's device.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Unique Feed per Student: Option A for Candidate 1 is Option C for Candidate 2.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Host Shuffling Toggles: Host can decide in the room setup modal whether to: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1. Shuffle Questions in the test (or keep curriculum order Q1 -&gt; Q2 -&gt; Q3)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2. Shuffle Options per student (or keep static A/B/C/D for auditorium projectors)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Review Resolution: The review screen decodes each student's personal choice and highlights both what they clicked and the true correct 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LATENCY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Network Delay Fairness Algorithm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Ensuring students on 120ms mobile 4G aren't penalized against campus gigabit LAN connections.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21792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How Latency Compensation Operates: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1. Real-Time Heartbeat Ping: Clients ping server every 8s. Server computes Round-Trip Time (RTT).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2. Bounded One-Way Delay: Server bounds estimated ping between 0 and 400ms to prevent spoofing: transitDelay = round(estimatedPing / 2).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3. Cognitive Reaction Time: When answer packet arrives at server elapsed time T, server subtracts transit delay: FairResponseTime = max(200, elapsedMs - transitDelay).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4. Equal Bonus for Equal Speed: Two students who read and click the answer with identical mental reaction time receive identical points, regardless of connection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2011680"/>
            <a:ext cx="4206240" cy="4206240"/>
          </a:xfrm>
          <a:prstGeom prst="roundRect">
            <a:avLst/>
          </a:prstGeom>
          <a:solidFill>
            <a:srgbClr val="1023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🔄 Mid-Match Reconnection Test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Temporary Wi-Fi Drop Protection: If student refreshes browser or loses mobile 4G packet signal, client reconnects using persistent UUID.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State Restoration: Server immediately rebinds the player's socket, restores active countdown timer, cumulative score, highest streak, and topic stats.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Benchmark Result: Candidate_15 disconnected mid-match during benchmark test -&gt; 100% recovered with ZERO state 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ENGINEERING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Full-Stack System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Unified single-port cloud architecture with zero dependencies and sub-1s builds.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Frontend Tier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React 19 + Vite 8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Vanilla CSS Design System (Cyberpunk Glassmorphism)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Web Audio API Synthesizer (0ms asset fetch latency)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Canvas Confetti celebratory particle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Auto-adaptive QR Code for Wi-Fi and Cloud URLs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Keyboard accessibility (F11, Arrow keys, 1-4 shortcuts)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Real-Time Backend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Node.js + Socket.IO 4.8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Authoritative Game State Machine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WebSocket multiplexing with binary compression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In-memory referee handling 50 concurrent sockets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REST API endpoints for League, Question Sets, &amp; CSV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Dynamic Wi-Fi LAN IP detection for mobile scans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Cloud Delivery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Zero-Config Monorepo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Single-Port Hosting: Express serves Vite production bundle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CORS friction between API and Client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Sub-1s production build (943ms via Vite)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Live URL: https://aptiquiz-q9br.onrender.com/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GitHub CI ready: sahil-raj2712/AptiQuiz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STRICT COMPLIANCE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50-Player Automated Concurrency Benchmark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Demonstrating 100% throughput under Problem Statement #3 peak 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1371600"/>
          </a:xfrm>
          <a:prstGeom prst="roundRect">
            <a:avLst/>
          </a:prstGeom>
          <a:solidFill>
            <a:srgbClr val="161D31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50 / 50</a:t>
            </a:r>
          </a:p>
          <a:p>
            <a:pPr algn="ctr">
              <a:defRPr sz="1200">
                <a:solidFill>
                  <a:srgbClr val="F8FAFC"/>
                </a:solidFill>
              </a:defRPr>
            </a:pPr>
            <a:r>
              <a:t>Concurrent Sockets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1371600"/>
          </a:xfrm>
          <a:prstGeom prst="roundRect">
            <a:avLst/>
          </a:prstGeom>
          <a:solidFill>
            <a:srgbClr val="161D3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6366F1"/>
                </a:solidFill>
              </a:defRPr>
            </a:pPr>
            <a:r>
              <a:t>99 / 99</a:t>
            </a:r>
          </a:p>
          <a:p>
            <a:pPr algn="ctr">
              <a:defRPr sz="1200">
                <a:solidFill>
                  <a:srgbClr val="F8FAFC"/>
                </a:solidFill>
              </a:defRPr>
            </a:pPr>
            <a:r>
              <a:t>Answers Graded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1371600"/>
          </a:xfrm>
          <a:prstGeom prst="roundRect">
            <a:avLst/>
          </a:prstGeom>
          <a:solidFill>
            <a:srgbClr val="161D3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defRPr sz="1200">
                <a:solidFill>
                  <a:srgbClr val="F8FAFC"/>
                </a:solidFill>
              </a:defRPr>
            </a:pPr>
            <a:r>
              <a:t>Reconnection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60320" cy="1371600"/>
          </a:xfrm>
          <a:prstGeom prst="roundRect">
            <a:avLst/>
          </a:prstGeom>
          <a:solidFill>
            <a:srgbClr val="161D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&lt; 35ms</a:t>
            </a:r>
          </a:p>
          <a:p>
            <a:pPr algn="ctr">
              <a:defRPr sz="1200">
                <a:solidFill>
                  <a:srgbClr val="F8FAFC"/>
                </a:solidFill>
              </a:defRPr>
            </a:pPr>
            <a:r>
              <a:t>Avg Grading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698480" cy="2560320"/>
          </a:xfrm>
          <a:prstGeom prst="roundRect">
            <a:avLst/>
          </a:prstGeom>
          <a:solidFill>
            <a:srgbClr val="101626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💻 Run the Automated Test Suite:  npm run test:50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• Spawns 50 headless WebSocket clients connecting in parallel to the authoritative referee.</a:t>
            </a:r>
            <a:br/>
            <a:r>
              <a:t>• Generates concurrent answer submissions with simulated network latency jitter and human thinking times.</a:t>
            </a:r>
            <a:br/>
            <a:r>
              <a:t>• Triggers real-time power-ups (50:50 wrong answer elimination and 2X Point Multiplier).</a:t>
            </a:r>
            <a:br/>
            <a:r>
              <a:t>• Drops Candidate_15 socket mid-match and verifies stateful reconnection with zero score loss.</a:t>
            </a:r>
            <a:br/>
            <a:r>
              <a:t>• Verifies 100% option scrambling integrity across 99 individual player payloads.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INSTITUTIONAL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Inter-College League &amp; Faculty Studio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Connecting campus pride with actionable placement cell diagnostic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🏛️ Inter-College League Ladder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Every match automatically awards placement points to student colleges: NIET, GL BAJAJ, AMITY, IIT Bombay, BITS Pilani, etc. Fosters campus esports rivalries and daily engagement.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🌟 Hall of Fame with College Filter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Interactive university filter allowing college deans and recruiters to view the top 100 performers for their specific college, including accuracy and match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📥 Faculty Studio &amp; CSV Audit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Professors author custom question sets, configure test durations, toggle shuffle modes, and download complete placement audit CSVs with individual topic strengths.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FUTURE VISION &amp;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Product Roadmap &amp; Business Impact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From campus hackathon prototype to nationwide placement screening standard.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Phase 1: Zero-Friction Entry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Instant QR / PIN Guest Entry (Zero drop-off)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Authoritative referee for 50 players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College League &amp; Hall of Fame filters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Latency compensation &amp; Anti-cheat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Phase 2: Enterprise Auth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University Roll Number / Google SSO login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Personal placement readiness score percentile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Topic radar: Quantitative vs Logical vs Verbal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Student career resume verification badge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Phase 3: B2B Monetization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Corporate sponsored tests (TCS, Infosys, Amazon)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Direct hiring pipeline from verified Top 5% leaderboard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Institutional SaaS license for Tier 2/3 engineering colleges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AI-powered dynamic difficulty scaling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731520"/>
            <a:ext cx="3931920" cy="411480"/>
          </a:xfrm>
          <a:prstGeom prst="roundRect">
            <a:avLst/>
          </a:prstGeom>
          <a:solidFill>
            <a:srgbClr val="102D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EE7B7"/>
                </a:solidFill>
              </a:defRPr>
            </a:pPr>
            <a:r>
              <a:t>LIVE CLOUD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Let's Play Live on Your Phones Right Now!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Scan the QR code or enter the 6-character room PIN to race against your fellow judges and classmates.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3017520"/>
            <a:ext cx="4206240" cy="2011680"/>
          </a:xfrm>
          <a:prstGeom prst="roundRect">
            <a:avLst/>
          </a:prstGeom>
          <a:solidFill>
            <a:srgbClr val="102D23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EE7B7"/>
                </a:solidFill>
              </a:defRPr>
            </a:pPr>
            <a:r>
              <a:t>🌐 Live Cloud Deployment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https://aptiquiz-q9br.onrender.com/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Deployed live on Render • Accessible from any phone or browser anywhere in the world.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017520"/>
            <a:ext cx="4206240" cy="2011680"/>
          </a:xfrm>
          <a:prstGeom prst="roundRect">
            <a:avLst/>
          </a:prstGeom>
          <a:solidFill>
            <a:srgbClr val="161D31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📂 Open-Source GitHub Repository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https://github.com/sahil-raj2712/AptiQuiz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Complete source code, 50-player simulation test suite, and architectural documentation.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Team: Logic Lords  •  Team Lead: Sahil Raj  •  Member: Shaurya Pratap Singh</a:t>
            </a:r>
          </a:p>
          <a:p>
            <a:pPr algn="ctr">
              <a:defRPr sz="1700" b="1">
                <a:solidFill>
                  <a:srgbClr val="F8FAFC"/>
                </a:solidFill>
              </a:defRPr>
            </a:pPr>
            <a:r>
              <a:t>Thank you! We are now open for Judges'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